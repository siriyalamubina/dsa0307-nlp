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  <p:sldId id="257" r:id="rId3"/>
    <p:sldId id="259" r:id="rId4"/>
    <p:sldId id="263" r:id="rId5"/>
    <p:sldId id="264" r:id="rId6"/>
    <p:sldId id="265" r:id="rId7"/>
    <p:sldId id="267" r:id="rId8"/>
    <p:sldId id="268" r:id="rId9"/>
    <p:sldId id="26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335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676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014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540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885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751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341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2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48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902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02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638236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0695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094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6337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026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427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7267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55207" y="4542012"/>
            <a:ext cx="406623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r">
              <a:defRPr sz="2800" b="1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S.Mubina(192324139)</a:t>
            </a:r>
          </a:p>
          <a:p>
            <a:pPr algn="r">
              <a:defRPr sz="2800" b="1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B.Tech(AI&amp;DS)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564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2400"/>
            </a:pPr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Integrated NLP Pipeline: From Regular Expressions to Morphological Processing</a:t>
            </a:r>
          </a:p>
          <a:p>
            <a:pPr algn="ctr">
              <a:spcAft>
                <a:spcPts val="1400"/>
              </a:spcAft>
              <a:defRPr sz="2400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DSA0307-Natural Language Processing</a:t>
            </a:r>
            <a:endParaRPr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13545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3058" y="1348975"/>
            <a:ext cx="10884310" cy="416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§"/>
              <a:defRPr sz="2100"/>
            </a:pPr>
            <a:r>
              <a:rPr sz="2600">
                <a:latin typeface="Times New Roman" panose="02020603050405020304" pitchFamily="18" charset="0"/>
                <a:cs typeface="Times New Roman" panose="02020603050405020304" pitchFamily="18" charset="0"/>
              </a:rPr>
              <a:t>NLP enables computers to understand, process, and analyze human language.</a:t>
            </a:r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§"/>
              <a:defRPr sz="2100"/>
            </a:pPr>
            <a:r>
              <a:rPr sz="2600">
                <a:latin typeface="Times New Roman" panose="02020603050405020304" pitchFamily="18" charset="0"/>
                <a:cs typeface="Times New Roman" panose="02020603050405020304" pitchFamily="18" charset="0"/>
              </a:rPr>
              <a:t>Text is usually noisy, unstructured, and ambiguous.</a:t>
            </a:r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§"/>
              <a:defRPr sz="2100"/>
            </a:pPr>
            <a:r>
              <a:rPr sz="2600">
                <a:latin typeface="Times New Roman" panose="02020603050405020304" pitchFamily="18" charset="0"/>
                <a:cs typeface="Times New Roman" panose="02020603050405020304" pitchFamily="18" charset="0"/>
              </a:rPr>
              <a:t>An NLP pipeline applies a sequence of preprocessing and linguistic techniques.</a:t>
            </a:r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Wingdings" panose="05000000000000000000" pitchFamily="2" charset="2"/>
              <a:buChar char="§"/>
              <a:defRPr sz="2100"/>
            </a:pPr>
            <a:r>
              <a:rPr sz="260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 handle predictable text patterns, while morphology analyzes word structure.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428" y="745777"/>
            <a:ext cx="45976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 (Regex)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220" y="1663126"/>
            <a:ext cx="10245213" cy="3334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1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Regex is a pattern-matching technique used to identify and manipulate text.</a:t>
            </a:r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1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emails, URLs, phone numbers, dates, hashtags, and special characters.</a:t>
            </a:r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1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Common symbols: ^ start, $ end, . any character, * repetition, + one or more.</a:t>
            </a:r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1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Example: [A-Za-z]+ matches alphabetic words.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66506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Stemming vs. Lemmatization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3660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1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Stemming removes word endings using simple heuristic rules.</a:t>
            </a:r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1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Example: connected, connecting → connect (possible stem).</a:t>
            </a:r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1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Lemmatization finds the dictionary base form using linguistic information.</a:t>
            </a:r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1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Example: better → good; studies → study.</a:t>
            </a:r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1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Lemmatization is generally more linguistically accurate but more computationally involved.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15363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4068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1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Morphology studies the internal structure and formation of words.</a:t>
            </a:r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1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A word can contain a root/base and affixes such as prefixes and suffixes.</a:t>
            </a:r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1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Example: unhappiness → un + happy + ness.</a:t>
            </a:r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1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analysis can identify root, affixes, grammatical features, and word formation.</a:t>
            </a:r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1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It is useful for languages with rich word morphology.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24640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Integrated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4247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1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Input: "The students are studying NLP!!!"</a:t>
            </a:r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1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Regex/Cleaning → "The students are studying NLP"</a:t>
            </a:r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1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→ "the students are studying nlp"</a:t>
            </a:r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1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 → [the, students, are, studying, nlp]</a:t>
            </a:r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1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Stop-word handling → [students, studying, nlp]</a:t>
            </a:r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1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processing → study + grammatical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41659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3478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1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Advantages: systematic preprocessing, reduced noise, better model input, reusable workflow.</a:t>
            </a:r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1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Regex is fast and effective for well-defined patterns.</a:t>
            </a:r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1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processing provides deeper linguistic information.</a:t>
            </a:r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1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Challenges: ambiguity, spelling variations, slang, multilingual text, and context-dependent meanings.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90148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4622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1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An integrated NLP pipeline transforms raw text into structured linguistic information.</a:t>
            </a:r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1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Regex provides efficient pattern-based text processing.</a:t>
            </a:r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1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 and normalization prepare text for analysis.</a:t>
            </a:r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1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Stemming, lemmatization, and morphology provide increasingly deeper word-level understanding.</a:t>
            </a:r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100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Combining these stages improves the quality of downstream NLP applications.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3BF270-6628-D7D7-1D42-D8037FAF1530}"/>
              </a:ext>
            </a:extLst>
          </p:cNvPr>
          <p:cNvSpPr txBox="1"/>
          <p:nvPr/>
        </p:nvSpPr>
        <p:spPr>
          <a:xfrm rot="10800000" flipH="1" flipV="1">
            <a:off x="2957427" y="2579046"/>
            <a:ext cx="58719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137488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70</TotalTime>
  <Words>433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Century Gothic</vt:lpstr>
      <vt:lpstr>Times New Roman</vt:lpstr>
      <vt:lpstr>Wingdings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Siriyala Mubina</dc:creator>
  <cp:keywords/>
  <dc:description>generated using python-pptx</dc:description>
  <cp:lastModifiedBy>Siriyala Mubina</cp:lastModifiedBy>
  <cp:revision>2</cp:revision>
  <dcterms:created xsi:type="dcterms:W3CDTF">2013-01-27T09:14:16Z</dcterms:created>
  <dcterms:modified xsi:type="dcterms:W3CDTF">2026-08-29T04:28:48Z</dcterms:modified>
  <cp:category/>
</cp:coreProperties>
</file>